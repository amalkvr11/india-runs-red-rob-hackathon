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 ExtraBold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ManropeSemiBold-regular.fntdata"/><Relationship Id="rId18" Type="http://schemas.openxmlformats.org/officeDocument/2006/relationships/font" Target="fonts/ManropeSemiBold-bold.fntdata"/><Relationship Id="rId19" Type="http://schemas.openxmlformats.org/officeDocument/2006/relationships/font" Target="fonts/ManropeExtra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333333"/>
                </a:solidFill>
              </a:rPr>
              <a:t>Team Name : Redrob Ranker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333333"/>
                </a:solidFill>
              </a:rPr>
              <a:t>Problem Statement : Rank 100K+ candidates for a Senior AI Engineer role at a Series A startup using multi-dimensional scoring with honeypot fraud detection.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333333"/>
                </a:solidFill>
              </a:rPr>
              <a:t>Team Leader Name : Amal K V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100">
                <a:solidFill>
                  <a:srgbClr val="333333"/>
                </a:solidFill>
              </a:rPr>
              <a:t>A multi-dimensional scoring engine that evaluates 100K+ candidate profiles against a job description across 8 weighted dimensions (Title/Role, Skills, Career Quality, Experience, Statement, Behavioral, Location, Education), then applies a honeypot fraud-detection penalty. The system outputs the top 100 ranked candidates with explainable reasoning.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</a:t>
            </a: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100">
                <a:solidFill>
                  <a:srgbClr val="333333"/>
                </a:solidFill>
              </a:rPr>
              <a:t>Key JD requirements extracted:
• AI/ML engineering title (tier 1.0)
• Skills: embeddings, vector search, NLP, LLMs, ranking metrics
• 3-10 years experience with production ML exposure
• Startup mindset, fast-paced, building from scratch
• India tech hub location preferred
• Consulting firm background is a disqualifier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100">
                <a:solidFill>
                  <a:srgbClr val="333333"/>
                </a:solidFill>
              </a:rPr>
              <a:t>Retrieval: Full scan of 100K JSONL candidates (single-pass, streaming parser).
Scoring pipeline (per candidate):
1. Eight independent scorers compute sub-scores (title_role, skills, career_quality, etc.)
2. Weighted sum: final = sum(sub_score[i] × weight[i])
3. Honeypot detection: 12+ anomaly signals flag synthetic profiles
4. Final score = weighted_sum × (1 − honeypot_penalty)
5. Sort by score desc → select top 100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100">
                <a:solidFill>
                  <a:srgbClr val="333333"/>
                </a:solidFill>
              </a:rPr>
              <a:t>Each of the top 100 candidates includes a human-readable reasoning string:
e.g., "Strong title: Senior AI Engineer | Skills: Python, PyTorch, NLP | @Google | Edu: M.Tech AI from IIT | Statement shows strong ML intent | Score=0.8921 | (title_role=0.950; skills=0.870; career_quality=0.760; ...)"
All 8 dimension sub-scores are exposed for debugging and transparency.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100">
                <a:solidFill>
                  <a:srgbClr val="333333"/>
                </a:solidFill>
              </a:rPr>
              <a:t>1. INPUT: candidates.jsonl (100K profiles, ~465 MB)
2. LOAD: Streaming JSONL parser (1 pass, ~4 GB peak memory)
3. SCORE (per candidate):
   a. 8 scorers fire in sequence (title_role → skills → career_quality → experience → statement → behavioral → location → education)
   b. Honeypot detector runs (12+ signals, up to 0.6× penalty)
   c. weighted_sum × (1 − honeypot_penalty) = final score
4. SORT: All 100K scored candidates sorted by score descending
5. OUTPUT: Top 100 → submission.csv (candidate_id, rank, score, reasoning)
6. VALIDATE: submission_metadata.yaml describes dimensions + scoring approach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00000" y="1400000"/>
            <a:ext cx="80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9688"/>
                </a:solidFill>
              </a:rPr>
              <a:t>Data Flow</a:t>
            </a:r>
          </a:p>
          <a:p>
            <a:r>
              <a:rPr sz="900">
                <a:solidFill>
                  <a:srgbClr val="333333"/>
                </a:solidFill>
              </a:rPr>
              <a:t>candidates.jsonl (100K profiles, 487 MB)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         │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         ▼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┌────────────────────────────────────────────────────────┐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│  Pipeline Orchestrator — 8 Scorers (weighted 0.05–0.22) │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│  Title/Role │ Skills │ Career Quality │ Experience     │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│  Statement  │ Behavioral │ Location │ Education        │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└────────────────────────────────┬───────────────────────┘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                                 │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                                 ▼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┌────────────────────────────────────────────────────────┐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│  Honeypot Detector — 12+ anomaly signals                │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│  (expert skill threshold, YOE mismatch, future dates,   │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│   assessment contradictions, excessive skills/careers)  │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│  → penalty up to 0.6× on final score                    │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└────────────────────────────────┬───────────────────────┘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                                 │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                                 ▼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┌────────────────────────────────────────────────────────┐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│  Final Score = Weighted_Sum × (1 − Honeypot_Penalty)   │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└────────────────────────────────┬───────────────────────┘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                                 │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                                 ▼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┌────────────────────────────────────────────────────────┐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│  Sort (score desc) → Top 100 → submission.csv          │</a:t>
            </a:r>
          </a:p>
          <a:p>
            <a:r>
              <a:rPr sz="800">
                <a:solidFill>
                  <a:srgbClr val="333333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└────────────────────────────────────────────────────────┘</a:t>
            </a:r>
          </a:p>
          <a:p>
            <a:r>
              <a:t/>
            </a:r>
          </a:p>
          <a:p>
            <a:r>
              <a:rPr sz="1400" b="1">
                <a:solidFill>
                  <a:srgbClr val="009688"/>
                </a:solidFill>
              </a:rPr>
              <a:t>Additional Interfaces</a:t>
            </a:r>
          </a:p>
          <a:p>
            <a:r>
              <a:rPr sz="900">
                <a:solidFill>
                  <a:srgbClr val="333333"/>
                </a:solidFill>
              </a:rPr>
              <a:t>• Streamlit Dashboard (app.py) — interactive exploration &amp; visualization</a:t>
            </a:r>
          </a:p>
          <a:p>
            <a:r>
              <a:rPr sz="900">
                <a:solidFill>
                  <a:srgbClr val="333333"/>
                </a:solidFill>
              </a:rPr>
              <a:t>• FastAPI Backend (api/server.py) — REST API for ranking &amp; results</a:t>
            </a:r>
          </a:p>
          <a:p>
            <a:r>
              <a:rPr sz="900">
                <a:solidFill>
                  <a:srgbClr val="333333"/>
                </a:solidFill>
              </a:rPr>
              <a:t>• Vue 3 Frontend (frontend/) — full SPA with PrimeVU components</a:t>
            </a:r>
          </a:p>
          <a:p>
            <a:r>
              <a:rPr sz="900">
                <a:solidFill>
                  <a:srgbClr val="333333"/>
                </a:solidFill>
              </a:rPr>
              <a:t>• Git LFS — version control for large dataset (487 MB)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100">
                <a:solidFill>
                  <a:srgbClr val="333333"/>
                </a:solidFill>
              </a:rPr>
              <a:t>Results from 100K candidate profiles:
• Top-ranked candidates show strong AI/ML title match + skills alignment + quality career history
• Honeypot profiles consistently scored near the bottom (penalized 0.4–0.6×)
• Top 100 dominated by AI Engineers, ML Engineers, Data Scientists with relevant skill sets
• Location: majority in Bangalore, Hyderabad, Pune, Gurgaon (preferred tech hubs)
• Experience sweet spot: 4–10 years within ideal 3–10 year range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100">
                <a:solidFill>
                  <a:srgbClr val="333333"/>
                </a:solidFill>
              </a:rPr>
              <a:t>Core Pipeline:
• Python 3.10+ — Pure Python scoring (no ML models, no GPU)
• JSONL streaming — handles 465 MB without loading into memory entirely
Backend API:
• FastAPI — lightweight REST API for ranking service
• Uvicorn — ASGI server
Frontend:
• Vue 3 + Vue Router + Pinia — SPA with PrimeVue UI components
• ApexCharts — interactive candidate score visualizations
• Vite — fast dev/build tooling
Dashboard:
• Streamlit — quick interactive exploration of results
• Plotly — radar charts, histograms, scatter plots
Version Control:
• Git + Git LFS — for large JSONL dataset (465 MB)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333333"/>
                </a:solidFill>
              </a:rPr>
              <a:t>GitHub Repository: https://github.com/amalkvr11/india-runs-red-rob-hackathon
Submission Assets:
• submission.csv — top 100 ranked candidates with scores and reasoning
• submission_metadata.yaml — scoring dimensions, weights, methodology
• This presentation — overview of approach and results
• Full source code — ranker pipeline, scorers, honeypot detector, API, frontend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