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 ExtraBold" panose="020B0604020202020204" charset="0"/>
      <p:bold r:id="rId14"/>
    </p:embeddedFont>
    <p:embeddedFont>
      <p:font typeface="Manrope SemiBold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1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333333"/>
                </a:solidFill>
              </a:rPr>
              <a:t>Team Name : </a:t>
            </a:r>
            <a:r>
              <a:rPr lang="en-US" b="1" dirty="0">
                <a:solidFill>
                  <a:srgbClr val="333333"/>
                </a:solidFill>
              </a:rPr>
              <a:t>The lone warrior</a:t>
            </a:r>
            <a:endParaRPr b="1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68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333333"/>
                </a:solidFill>
              </a:rPr>
              <a:t>Problem Statement : Rank 100K+ candidates for a Senior AI Engineer role at a Series A startup using multi-dimensional</a:t>
            </a:r>
            <a:endParaRPr lang="en-US" sz="1200" b="0" dirty="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b="0" dirty="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333333"/>
                </a:solidFill>
              </a:rPr>
              <a:t>scoring with honeypot fraud detection.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333333"/>
                </a:solidFill>
              </a:rPr>
              <a:t>Team Leader Name : Amal </a:t>
            </a:r>
            <a:r>
              <a:rPr lang="en-US" sz="1200" dirty="0">
                <a:solidFill>
                  <a:srgbClr val="333333"/>
                </a:solidFill>
              </a:rPr>
              <a:t>Krishnan N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A multi-dimensional scoring engine that evaluates 100K+ candidate profiles against a job description across 8 weighted dimensions (Title/Role, Skills, Career Quality, Experience, Statement, Behavioral, Location, Education), then applies a honeypot fraud-detection penalty. The system outputs the top 100 ranked candidates with explainable reasoning.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Evaluation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Key JD requirements extracted:
• AI/ML engineering title (tier 1.0)
• Skills: embeddings, vector search, NLP, LLMs, ranking metrics
• 3-10 years experience with production ML exposure
• Startup mindset, fast-paced, building from scratch
• India tech hub location preferred
• Consulting firm background is a disqualifier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 dirty="0">
                <a:solidFill>
                  <a:srgbClr val="333333"/>
                </a:solidFill>
              </a:rPr>
              <a:t>Retrieval: Full scan of 100K JSONL candidates (single-pass, streaming parser).
Scoring pipeline (per candidate):</a:t>
            </a:r>
            <a:r>
              <a:rPr lang="en-US" sz="1100" dirty="0">
                <a:solidFill>
                  <a:srgbClr val="333333"/>
                </a:solidFill>
              </a:rPr>
              <a:t>
</a:t>
            </a:r>
            <a:r>
              <a:rPr sz="1100" dirty="0">
                <a:solidFill>
                  <a:srgbClr val="333333"/>
                </a:solidFill>
              </a:rPr>
              <a:t>1. Eight independent scorers compute sub-scores (</a:t>
            </a:r>
            <a:r>
              <a:rPr sz="1100" dirty="0" err="1">
                <a:solidFill>
                  <a:srgbClr val="333333"/>
                </a:solidFill>
              </a:rPr>
              <a:t>title_role</a:t>
            </a:r>
            <a:r>
              <a:rPr sz="1100" dirty="0">
                <a:solidFill>
                  <a:srgbClr val="333333"/>
                </a:solidFill>
              </a:rPr>
              <a:t>, skills, </a:t>
            </a:r>
            <a:r>
              <a:rPr sz="1100" dirty="0" err="1">
                <a:solidFill>
                  <a:srgbClr val="333333"/>
                </a:solidFill>
              </a:rPr>
              <a:t>career_quality</a:t>
            </a:r>
            <a:r>
              <a:rPr sz="1100" dirty="0">
                <a:solidFill>
                  <a:srgbClr val="333333"/>
                </a:solidFill>
              </a:rPr>
              <a:t>, etc.)
2. Weighted sum: final = sum(</a:t>
            </a:r>
            <a:r>
              <a:rPr sz="1100" dirty="0" err="1">
                <a:solidFill>
                  <a:srgbClr val="333333"/>
                </a:solidFill>
              </a:rPr>
              <a:t>sub_score</a:t>
            </a:r>
            <a:r>
              <a:rPr sz="1100" dirty="0">
                <a:solidFill>
                  <a:srgbClr val="333333"/>
                </a:solidFill>
              </a:rPr>
              <a:t>[</a:t>
            </a:r>
            <a:r>
              <a:rPr sz="1100" dirty="0" err="1">
                <a:solidFill>
                  <a:srgbClr val="333333"/>
                </a:solidFill>
              </a:rPr>
              <a:t>i</a:t>
            </a:r>
            <a:r>
              <a:rPr sz="1100" dirty="0">
                <a:solidFill>
                  <a:srgbClr val="333333"/>
                </a:solidFill>
              </a:rPr>
              <a:t>] × weight[</a:t>
            </a:r>
            <a:r>
              <a:rPr sz="1100" dirty="0" err="1">
                <a:solidFill>
                  <a:srgbClr val="333333"/>
                </a:solidFill>
              </a:rPr>
              <a:t>i</a:t>
            </a:r>
            <a:r>
              <a:rPr sz="1100" dirty="0">
                <a:solidFill>
                  <a:srgbClr val="333333"/>
                </a:solidFill>
              </a:rPr>
              <a:t>])
3. Honeypot detection: 12+ anomaly signals flag synthetic profiles
4. Final score = </a:t>
            </a:r>
            <a:r>
              <a:rPr sz="1100" dirty="0" err="1">
                <a:solidFill>
                  <a:srgbClr val="333333"/>
                </a:solidFill>
              </a:rPr>
              <a:t>weighted_sum</a:t>
            </a:r>
            <a:r>
              <a:rPr sz="1100" dirty="0">
                <a:solidFill>
                  <a:srgbClr val="333333"/>
                </a:solidFill>
              </a:rPr>
              <a:t> × (1 − </a:t>
            </a:r>
            <a:r>
              <a:rPr sz="1100" dirty="0" err="1">
                <a:solidFill>
                  <a:srgbClr val="333333"/>
                </a:solidFill>
              </a:rPr>
              <a:t>honeypot_penalty</a:t>
            </a:r>
            <a:r>
              <a:rPr sz="1100" dirty="0">
                <a:solidFill>
                  <a:srgbClr val="333333"/>
                </a:solidFill>
              </a:rPr>
              <a:t>)
5. Sort by score desc → select top 100</a:t>
            </a:r>
            <a:endParaRPr sz="1365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Each of the top 100 candidates includes a human-readable reasoning string:
e.g., "Strong title: Senior AI Engineer | Skills: Python, PyTorch, NLP | @Google | Edu: M.Tech AI from IIT | Statement shows strong ML intent | Score=0.8921 | (title_role=0.950; skills=0.870; career_quality=0.760; ...)"
All 8 dimension sub-scores are exposed for debugging and transparency.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1. INPUT: candidates.jsonl (100K profiles, ~465 MB)
2. LOAD: Streaming JSONL parser (1 pass, ~4 GB peak memory)
3. SCORE (per candidate):
   a. 8 scorers fire in sequence (title_role → skills → career_quality → experience → statement → behavioral → location → education)
   b. Honeypot detector runs (12+ signals, up to 0.6× penalty)
   c. weighted_sum × (1 − honeypot_penalty) = final score
4. SORT: All 100K scored candidates sorted by score descending
5. OUTPUT: Top 100 → submission.csv (candidate_id, rank, score, reasoning)
6. VALIDATE: submission_metadata.yaml describes dimensions + scoring approach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>
                <a:solidFill>
                  <a:srgbClr val="333333"/>
                </a:solidFill>
              </a:rPr>
              <a:t>Results from 100K candidate profiles:
• Top-ranked candidates show strong AI/ML title match + skills alignment + quality career history
• Honeypot profiles consistently scored near the bottom (penalized 0.4–0.6×)
• Top 100 dominated by AI Engineers, ML Engineers, Data Scientists with relevant skill sets
• Location: majority in Bangalore, Hyderabad, Pune, Gurgaon (preferred tech hubs)
• Experience sweet spot: 4–10 years within ideal 3–10 year range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5"/>
            <a:ext cx="8520600" cy="3672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100" dirty="0">
                <a:solidFill>
                  <a:srgbClr val="333333"/>
                </a:solidFill>
              </a:rPr>
              <a:t>Core Pipeline:
• Python 3.10+ — Pure Python scoring (no ML models, no GPU)
• JSONL streaming — handles 465 MB without loading into memory entirely
Backend API:
• </a:t>
            </a:r>
            <a:r>
              <a:rPr sz="1100" dirty="0" err="1">
                <a:solidFill>
                  <a:srgbClr val="333333"/>
                </a:solidFill>
              </a:rPr>
              <a:t>FastAPI</a:t>
            </a:r>
            <a:r>
              <a:rPr sz="1100" dirty="0">
                <a:solidFill>
                  <a:srgbClr val="333333"/>
                </a:solidFill>
              </a:rPr>
              <a:t> — lightweight REST API for ranking service
• </a:t>
            </a:r>
            <a:r>
              <a:rPr sz="1100" dirty="0" err="1">
                <a:solidFill>
                  <a:srgbClr val="333333"/>
                </a:solidFill>
              </a:rPr>
              <a:t>Uvicorn</a:t>
            </a:r>
            <a:r>
              <a:rPr sz="1100" dirty="0">
                <a:solidFill>
                  <a:srgbClr val="333333"/>
                </a:solidFill>
              </a:rPr>
              <a:t> — ASGI server
Frontend:
• Vue 3 + Vue Router + </a:t>
            </a:r>
            <a:r>
              <a:rPr sz="1100" dirty="0" err="1">
                <a:solidFill>
                  <a:srgbClr val="333333"/>
                </a:solidFill>
              </a:rPr>
              <a:t>Pinia</a:t>
            </a:r>
            <a:r>
              <a:rPr sz="1100" dirty="0">
                <a:solidFill>
                  <a:srgbClr val="333333"/>
                </a:solidFill>
              </a:rPr>
              <a:t> — SPA with </a:t>
            </a:r>
            <a:r>
              <a:rPr sz="1100" dirty="0" err="1">
                <a:solidFill>
                  <a:srgbClr val="333333"/>
                </a:solidFill>
              </a:rPr>
              <a:t>PrimeVue</a:t>
            </a:r>
            <a:r>
              <a:rPr sz="1100" dirty="0">
                <a:solidFill>
                  <a:srgbClr val="333333"/>
                </a:solidFill>
              </a:rPr>
              <a:t> UI components
• </a:t>
            </a:r>
            <a:r>
              <a:rPr sz="1100" dirty="0" err="1">
                <a:solidFill>
                  <a:srgbClr val="333333"/>
                </a:solidFill>
              </a:rPr>
              <a:t>ApexCharts</a:t>
            </a:r>
            <a:r>
              <a:rPr sz="1100" dirty="0">
                <a:solidFill>
                  <a:srgbClr val="333333"/>
                </a:solidFill>
              </a:rPr>
              <a:t> — interactive candidate score visualizations
• Vite — fast dev/build tooling
Dashboard:
• </a:t>
            </a:r>
            <a:r>
              <a:rPr sz="1100" dirty="0" err="1">
                <a:solidFill>
                  <a:srgbClr val="333333"/>
                </a:solidFill>
              </a:rPr>
              <a:t>Streamlit</a:t>
            </a:r>
            <a:r>
              <a:rPr sz="1100" dirty="0">
                <a:solidFill>
                  <a:srgbClr val="333333"/>
                </a:solidFill>
              </a:rPr>
              <a:t> — quick interactive exploration of results
• Plotly — radar charts, histograms, scatter plots</a:t>
            </a:r>
            <a:endParaRPr sz="1365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333333"/>
                </a:solidFill>
              </a:rPr>
              <a:t>GitHub Repository: https://github.com/amalkvr11/india-runs-red-rob-hackathon
Submission Assets:
• submission.csv — top 100 ranked candidates with scores and reasoning
• submission_metadata.yaml — scoring dimensions, weights, methodology
• This presentation — overview of approach and results
• Full source code — ranker pipeline, scorers, honeypot detector, API, frontend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On-screen Show (16:9)</PresentationFormat>
  <Paragraphs>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 SemiBold</vt:lpstr>
      <vt:lpstr>Arial</vt:lpstr>
      <vt:lpstr>Manrope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amal krishnan NAMBIATH</cp:lastModifiedBy>
  <cp:revision>1</cp:revision>
  <dcterms:modified xsi:type="dcterms:W3CDTF">2026-06-06T10:30:52Z</dcterms:modified>
</cp:coreProperties>
</file>